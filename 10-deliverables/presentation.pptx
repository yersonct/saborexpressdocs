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SaborExpress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>
                <a:solidFill>
                  <a:srgbClr val="2C3F51"/>
                </a:solidFill>
              </a:defRPr>
            </a:pPr>
            <a:r>
              <a:t>Arquitectura, requisitos y estudio de caso</a:t>
            </a:r>
          </a:p>
          <a:p>
            <a:pPr>
              <a:spcAft>
                <a:spcPts val="2000"/>
              </a:spcAft>
              <a:defRPr sz="2500">
                <a:solidFill>
                  <a:srgbClr val="2C3F51"/>
                </a:solidFill>
              </a:defRPr>
            </a:pPr>
            <a:r>
              <a:t>Expediente académico ·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Problema a abordar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Coordinar pedidos, mesas, cocina, caja, sedes y domicilios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Evitar inconsistencias de estado de pedido/pago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Diferenciar capacidades implementadas de pruebas realizadas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Objetivo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Caracterizar arquitectura real de los tres repositorios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Documentar requisitos, datos, rutas y roles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Plantear pruebas y artículos científicos sin inventar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Plataformas y tecnologías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API: .NET 8, EF Core, JWT, SignalR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Web: Next.js 16 y React 19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Móvil: Expo 57, React Native 0.86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BD seleccionable: MySQL, SQL Server,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Backend modular en un proyecto ASP.NET Core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Clientes web y móvil separados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REST / JWT / SignalR y pasarela Wompi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Módulos de dominio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Sedes, empleados y turnos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Catálogo de productos, mesas y pedidos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Pagos, entregas, notificaciones 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Contratos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52 operaciones inventariadas en 6 controladores examinados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Auth · Orders · Products · Payments · Deliveries · Branches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Swagger UI y hub SignalR registrados en Program.cs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Order → OrderDetail, Payment, Branch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Payment → referencia/ID de transacción Wompi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Delivery → Order, Address, Employee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Producto global o asociado a sede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Riesgos para revisar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Autorización por rol, propietario y sede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Idempotencia y firmas en webhook Wompi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Migraciones en arranque y CORS de desarrollo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Logs y protección de datos personales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Metodología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Estudio de caso documental y revisión bibliográfica dirigida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Sin ensayos con usuarios, sin métricas de rendimiento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Literatura: delivery, TAM/UTAUT, calidad,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Plan de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27 casos propuestos (no ejecutados)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Pago sandbox, acceso intersede, respaldo/restore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Carga, SignalR, accesibilidad y usabilidad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144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4C70"/>
                </a:solidFill>
              </a:defRPr>
            </a:pPr>
            <a:r>
              <a:t>Conclusiones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Plataforma modular multi-cliente sustentada por código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Completar evidencia de pruebas y SHA de repositorios</a:t>
            </a:r>
          </a:p>
          <a:p>
            <a:pPr>
              <a:spcAft>
                <a:spcPts val="2000"/>
              </a:spcAft>
              <a:defRPr sz="2200">
                <a:solidFill>
                  <a:srgbClr val="2C3F51"/>
                </a:solidFill>
              </a:defRPr>
            </a:pPr>
            <a:r>
              <a:t>• Aprobar con instructor, equipo y responsables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818F"/>
                </a:solidFill>
              </a:defRPr>
            </a:pPr>
            <a:r>
              <a:t>SaborExpress · revisión documental, no validación experimental                                   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